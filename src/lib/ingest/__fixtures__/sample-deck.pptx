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1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1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2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2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3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3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4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4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5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Hormone Comparison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Hormone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Origin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ADH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Posterior pituitary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Water reabsorption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Aldosterone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Adrenal cortex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Sodium retention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6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6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7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7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8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8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9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9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9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10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10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10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11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11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11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dirty="0"/>
              <a:t>Slide 12 Title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one for slide 12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Body line two for slide 12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2026-09-20T17:56:40Z</dcterms:created>
  <dcterms:modified xsi:type="dcterms:W3CDTF">2026-09-20T17:56:40Z</dcterms:modified>
</cp:coreProperties>
</file>